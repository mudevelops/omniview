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One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Two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Three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Three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